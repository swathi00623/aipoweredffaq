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7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685478"/>
            <a:ext cx="11125200" cy="1743967"/>
          </a:xfrm>
          <a:prstGeom prst="roundRect">
            <a:avLst>
              <a:gd name="adj" fmla="val 65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675167" y="457200"/>
            <a:ext cx="1983432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181475"/>
            <a:ext cx="6299150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23050" y="4181475"/>
            <a:ext cx="4635549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525" y="4362450"/>
            <a:ext cx="58229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1525" y="4591050"/>
            <a:ext cx="5822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47148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30525" y="47148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1525" y="52482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30525" y="52482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1525" y="57816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525" y="57816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61175" y="4362450"/>
            <a:ext cx="4159299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61175" y="4714875"/>
            <a:ext cx="4159299" cy="523875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61175" y="5334000"/>
            <a:ext cx="4159299" cy="466725"/>
          </a:xfrm>
          <a:prstGeom prst="roundRect">
            <a:avLst>
              <a:gd name="adj" fmla="val 1224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1175" y="4591050"/>
            <a:ext cx="41592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5300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362450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75" y="4362450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08517" y="514350"/>
            <a:ext cx="181198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Aptos"/>
              </a:rPr>
              <a:t>ACADEMIC YEAR 2025–2026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1961703"/>
            <a:ext cx="11306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FINAL YEAR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180778"/>
            <a:ext cx="2667846" cy="398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IN" sz="2550" b="1" dirty="0">
                <a:solidFill>
                  <a:srgbClr val="0F172A"/>
                </a:solidFill>
                <a:latin typeface="Aptos"/>
              </a:rPr>
              <a:t>AI FAQ ASSISTANT</a:t>
            </a:r>
            <a:endParaRPr sz="25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5825" y="2699891"/>
            <a:ext cx="94297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Aptos"/>
              </a:rPr>
              <a:t>A Robust RESTful Backend Architecture for Knowledge Management, Semantic Information Retrieval, and Generative Question-Answering via Google Gemini AI SDK.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3400"/>
            <a:ext cx="23644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75569"/>
                </a:solidFill>
                <a:latin typeface="Aptos"/>
              </a:rPr>
              <a:t>DEPARTMENT OF COMPUTER </a:t>
            </a:r>
            <a:r>
              <a:rPr lang="en-IN" sz="1050" b="1" dirty="0">
                <a:solidFill>
                  <a:srgbClr val="475569"/>
                </a:solidFill>
                <a:latin typeface="Aptos"/>
              </a:rPr>
              <a:t>SCIENCE</a:t>
            </a:r>
            <a:endParaRPr sz="1050" b="1" i="0" u="none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8225" y="4362450"/>
            <a:ext cx="20528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PROJECT TEAM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1175" y="6086475"/>
            <a:ext cx="156455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Aptos"/>
              </a:rPr>
              <a:t>Evaluation: Final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8385" y="6086475"/>
            <a:ext cx="194123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Aptos"/>
              </a:rPr>
              <a:t>Degree: Bachelor of Computer </a:t>
            </a:r>
            <a:r>
              <a:rPr lang="en-IN" sz="900" dirty="0">
                <a:solidFill>
                  <a:srgbClr val="64748B"/>
                </a:solidFill>
                <a:latin typeface="Aptos"/>
              </a:rPr>
              <a:t>Science</a:t>
            </a:r>
            <a:endParaRPr sz="900" b="0" i="0" u="none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5350" y="48006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4914900"/>
            <a:ext cx="10788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SWTID-2026-8218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54350" y="48006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LEADER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4350" y="4914900"/>
            <a:ext cx="58509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SONIYA Y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5350" y="53340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5448300"/>
            <a:ext cx="65562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SRINITHI S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54350" y="53340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4350" y="5448300"/>
            <a:ext cx="73096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SUMETHA C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5350" y="58674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5981700"/>
            <a:ext cx="6668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SUVATHI D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54350" y="58674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4350" y="5981700"/>
            <a:ext cx="6684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THULASI M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89775" y="4362450"/>
            <a:ext cx="2256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INSTITUTION 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5000" y="4838700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COLLEGE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5001" y="4953000"/>
            <a:ext cx="39116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BHARATHIYAR ARTS AND SCIENCE COLLEGE FOR WOMEN, DEVIYAKURICHI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85000" y="5438775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PROJECT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5000" y="5553075"/>
            <a:ext cx="4806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Aptos"/>
              </a:rPr>
              <a:t>Full-Stack Node.js / Express / MongoDB / Gemini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67751" y="500955"/>
            <a:ext cx="186704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153025"/>
            <a:ext cx="112776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5325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81387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7450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3512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5881687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5881687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912" y="5881687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39243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39243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368" y="570547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718" y="5705475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2831" y="5705475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368" y="570547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46863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468635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82051" y="539055"/>
            <a:ext cx="17336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Problem Definition &amp;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1000"/>
            <a:ext cx="4713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FOUNDATIONAL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2450"/>
            <a:ext cx="494886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Introduction &amp;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5334000"/>
            <a:ext cx="114966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Aptos"/>
              </a:rPr>
              <a:t>SCENARIO-BASED PRACTICAL WORKFLOW (SUPPORT AUTOMATION LIFECYCLE)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1449585"/>
            <a:ext cx="317695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Aptos"/>
              </a:rPr>
              <a:t>Operational 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Support Bottlenecks: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Repetitive user inquiries overburden support agents and slow down critical issue resolutions.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Manual Authoring Friction: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Customer ops managers struggle to structure, curate, and maintain up-to-date documentation.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Information Silos: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Traditional search lacks semantic awareness, failing to match client intent with stored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Security Vulnerabilities: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Absence of role-guarded endpoints risks unverified data modification and leaks.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1449585"/>
            <a:ext cx="289372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4532D"/>
                </a:solidFill>
                <a:latin typeface="Aptos"/>
              </a:rPr>
              <a:t>Proposed Project Objectives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AI Content Synthesis: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Integrate Google Gemini AI to generate automated, high-precision FAQ pairs and instant answers.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27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Stateless Route Guarding: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Implement industry-standard JWT authentication and bcrypt password encryption.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Strict Schema Integrity: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Enforce Mongoose ODM validation across categories (Technology, Education, Health, Banking, General).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27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Decoupled RESTful Engine: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Provide high-performance headless endpoints ready for web, mobile, and chatbot integration.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523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1. Creator Onboarding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523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Registers with bcrypt &amp; receives signed 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4585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2. Gemini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4585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Dispatches topic to Gemini 2.0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0648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3. Validated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0648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Persists schema in MongoDB with creator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6710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4. Instant Discovery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6710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Consumers retrieve solutions via regex/search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41421" y="500955"/>
            <a:ext cx="179337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34210" y="1421010"/>
            <a:ext cx="1128414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2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275" y="19067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2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275" y="26878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2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275" y="34688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2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275" y="42499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8893" y="1421010"/>
            <a:ext cx="1316831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93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29375" y="19067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293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29375" y="26878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293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29375" y="34688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293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29375" y="42499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42101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421010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5721" y="539055"/>
            <a:ext cx="166002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Architectural Advancements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56087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FEASIBILITY &amp; COMPARATIVE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5889212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Existing System vs. Proposed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410" y="1459110"/>
            <a:ext cx="107126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Aptos"/>
              </a:rPr>
              <a:t>LEGACY /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Manual Drafting &amp;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Exact-Match Keyword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Session-State Server 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Monolithic Data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5093" y="1459110"/>
            <a:ext cx="1259681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5803D"/>
                </a:solidFill>
                <a:latin typeface="Aptos"/>
              </a:rPr>
              <a:t>PROPOSED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7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Gemini 2.0 Flash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27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Optimized Multi-Field Regex &amp;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27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Stateless JWT Token Guarding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7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Author-Level Ownership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25" y="1411485"/>
            <a:ext cx="308847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Aptos"/>
              </a:rPr>
              <a:t>Traditional Support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Agents manually type repetitive technical responses, consuming hours of administrative bandwidth.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Inflexible string queries fail when clients use synonyms, colloquial phrasing, or varied vocabulary.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Server-stored sessions degrade horizontal scalability and fail to decouple backend logic from frontend UIs.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Lack of granular ownership checks permits unverified modification or destructive record deletion.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5125" y="1411485"/>
            <a:ext cx="303123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Aptos"/>
              </a:rPr>
              <a:t>AnswerBot AI API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8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Generates structured question-answer pairs and contextual answers from raw topic strings in under 1 second.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8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Indexed multi-field search spans questions, answers, and category tags with dynamic fallback.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08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Secure bearer token verification with Bcrypt 10-round salted password hashing guarantees session integrity.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08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Mongoose relational foreign keys restrict document updates and deletions strictly to the creating author.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59603" y="500955"/>
            <a:ext cx="1575196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11277600" cy="1706760"/>
          </a:xfrm>
          <a:prstGeom prst="roundRect">
            <a:avLst>
              <a:gd name="adj" fmla="val 55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5325" y="1392435"/>
            <a:ext cx="1769864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618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831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0450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580" y="1392435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92580" y="1859160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675" y="1525785"/>
            <a:ext cx="1503164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001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5214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34275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89" y="1969591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19" y="1969591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969591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880" y="1969591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5654129"/>
            <a:ext cx="1524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5654129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5654129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305" y="1487685"/>
            <a:ext cx="104775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305" y="1954410"/>
            <a:ext cx="95250" cy="1047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73903" y="539055"/>
            <a:ext cx="1441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Layered RESTful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1000"/>
            <a:ext cx="60556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ENGINEERING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2450"/>
            <a:ext cx="635841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Architecture &amp; Layered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75" y="5644604"/>
            <a:ext cx="4425553" cy="1524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Decoupled MVC 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Headless backend design where routes act as API view mappers, controllers handle orchestration, and Mongoose defines strict data schemas.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075" y="5644604"/>
            <a:ext cx="4425553" cy="1524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Cross-Cutting 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Integrated CORS headers, sanitized environment keys via dotenv, and global promise rejection monitors safeguarding against process crashes.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075" y="5644604"/>
            <a:ext cx="3971925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Async Non-Blocking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Native Node.js async/await syntax handling concurrent Gemini API requests and MongoDB reads without thread blocking or latency spikes.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2451496"/>
            <a:ext cx="18789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Aptos"/>
              </a:rPr>
              <a:t>JSON / HTTP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001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src/app.js &amp; server.js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214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authMiddleware.js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275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Business Coordination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879" y="1563885"/>
            <a:ext cx="180275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CLIENT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1811535"/>
            <a:ext cx="1598414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334155"/>
                </a:solidFill>
                <a:latin typeface="Aptos"/>
              </a:rPr>
              <a:t>• Postman / ThunderClient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React / Web Apps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Mobile Frontends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Support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142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API GATEWAY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001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Express.js Server (:5000)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CORS Handler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JSON Body Parser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Centralized Error Wrapper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355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SECURITY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214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JWT Verification (Bearer)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Role-Based Guarding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Input Sanitization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Schema Pre-validators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568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CONTROLLERS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275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authController.js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faqController.js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aiController.js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categoryController.js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8305" y="1478160"/>
            <a:ext cx="2040433" cy="1143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Aptos"/>
              </a:rPr>
              <a:t>GOOGLE GEMINI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8305" y="1592460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65F46"/>
                </a:solidFill>
                <a:latin typeface="Aptos"/>
              </a:rPr>
              <a:t>gemini-2.0-flash SDK (@google/genai)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8305" y="1944885"/>
            <a:ext cx="2040433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Aptos"/>
              </a:rPr>
              <a:t>MONGODB &amp; MONGOOSE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8305" y="2059185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75985"/>
                </a:solidFill>
                <a:latin typeface="Aptos"/>
              </a:rPr>
              <a:t>Users, FAQs, Categories collections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0806" y="500955"/>
            <a:ext cx="147399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578078"/>
            <a:ext cx="11277600" cy="898921"/>
          </a:xfrm>
          <a:prstGeom prst="roundRect">
            <a:avLst>
              <a:gd name="adj" fmla="val 8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4674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578078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578078"/>
            <a:ext cx="38100" cy="8989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25275" y="5578078"/>
            <a:ext cx="9525" cy="8989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192410"/>
            <a:ext cx="55626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0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92410"/>
            <a:ext cx="55626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25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31268"/>
            <a:ext cx="55626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10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531268"/>
            <a:ext cx="5562600" cy="285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725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572095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34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9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34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5106" y="539055"/>
            <a:ext cx="134064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5 Primary Subsystems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1000"/>
            <a:ext cx="49200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FUNCTIONAL SPECIFICATIONS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2450"/>
            <a:ext cx="5166075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Modules &amp; Core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7653"/>
            <a:ext cx="10944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Validates categories against a strict enum schema: Technology, Education, Health, Banking, General. Global errorMiddleware.js sanitizes Mongoose CastErrors, duplicate key (11000) violations, and Gemini rate limits.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Implements /api/auth/register and /api/auth/login. Enforces 10-round bcrypt password salt hashing, unique email checks, and signs stateless JWT tokens for guarded route authorization.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Operates via geminiService.js utilizing official @google/genai SDK. Provides real-time question answering (/api/ai/answer) and automated structured FAQ generation (/api/ai/generate-faq).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" y="3036093"/>
            <a:ext cx="53340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Full CRUD operations across /api/faqs. Differentiates Public Readers from Creators and Administrators. Restricts PUT and DELETE operations strictly to original document authors.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4125" y="3036093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Exposes /api/faqs/search?q=query. Employs case-insensitive MongoDB regular expression indexing across question strings, answer bodies, and category tags to surface relevant support articles.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5720953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650" y="5754290"/>
            <a:ext cx="487658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ptos"/>
              </a:rPr>
              <a:t>Category Enforcement &amp; Centralized Validation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025" y="1411485"/>
            <a:ext cx="320059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Authentication &amp; Security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1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59669"/>
                </a:solidFill>
                <a:latin typeface="Apto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7025" y="1411485"/>
            <a:ext cx="351528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Google Gemini AI Integration Module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25" y="2750343"/>
            <a:ext cx="327833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FAQ Management &amp; RBAC Module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7C3AED"/>
                </a:solidFill>
                <a:latin typeface="Apto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7025" y="2750343"/>
            <a:ext cx="319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Semantic &amp; Regex Search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0866" y="500955"/>
            <a:ext cx="170393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953125"/>
            <a:ext cx="11277600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14396" y="6119812"/>
            <a:ext cx="1139428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6119812"/>
            <a:ext cx="238125" cy="190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92410"/>
            <a:ext cx="11277600" cy="2495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92410"/>
          <a:ext cx="11268073" cy="2495550"/>
        </p:xfrm>
        <a:graphic>
          <a:graphicData uri="http://schemas.openxmlformats.org/drawingml/2006/table">
            <a:tbl>
              <a:tblPr/>
              <a:tblGrid>
                <a:gridCol w="247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0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Technology / Library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Version /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Architectural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Implementation File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Node.js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v20.x+ (LTS)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Runtime Execution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package.json ("dev": "node --watch")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v4.19 / v5.2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RESTful API Router &amp; Middleware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src/app.js, src/server.js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MongoDB &amp; Mongoose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v8.3 / v9.7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Document ODM, Validation &amp; Schema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src/config/db.js, src/models/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Google Gen AI SDK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@google/genai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gemini-2.0-flash Question-Answering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src/services/geminiService.js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JSON Web Tokens (JWT)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jsonwebtoken ^9.0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Stateless Bearer Route Guarding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src/middleware/authMiddleware.js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Bcrypt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bcrypt ^5.1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Pre-save Password Salting (10 Rounds)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src/models/User.js (pre-save hook)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4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Postman &amp; ThunderClient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v2.1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Automated Endpoint Verification Suite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AI_FAQ_Assistant_API.postman_collection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45166" y="539055"/>
            <a:ext cx="157058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Technology Mapping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1000"/>
            <a:ext cx="556747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2450"/>
            <a:ext cx="5845847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Technologies &amp; Implementation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9646" y="6157912"/>
            <a:ext cx="104417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VERIFIED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076950"/>
            <a:ext cx="943086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ptos"/>
              </a:rPr>
              <a:t>Source Implementation Pattern: Pre-Save Cryptographic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6219825"/>
            <a:ext cx="89817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5803D"/>
                </a:solidFill>
                <a:latin typeface="Aptos"/>
              </a:rPr>
              <a:t>Passwords are salted and hashed prior to write events inside User.js via usersSchema.pre('save'), preventing raw credential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06335" y="500955"/>
            <a:ext cx="1528464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6172200"/>
            <a:ext cx="1127760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09937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2675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5412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1628" y="35394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1628" y="3815655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31628" y="409188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31628" y="4368105"/>
            <a:ext cx="349299" cy="17145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31628" y="46443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3177480"/>
            <a:ext cx="11277600" cy="1695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177480"/>
          <a:ext cx="11268072" cy="1908175"/>
        </p:xfrm>
        <a:graphic>
          <a:graphicData uri="http://schemas.openxmlformats.org/drawingml/2006/table">
            <a:tbl>
              <a:tblPr/>
              <a:tblGrid>
                <a:gridCol w="245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Test Endpoint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Status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Observed System Response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Verification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User registered successfully; salted bcrypt token returned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Valid credentials verify; signed Bearer JWT token issued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Category validated against enum; createdBy linked to user ObjectId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/api/faqs/search?q=node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Multi-field regex search retrieves matching records with view 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/api/ai/generate-faq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Google Gemini generates structured Question + Answer schema pair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320635" y="539055"/>
            <a:ext cx="13951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Integration Test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6547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EMPIRICAL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6875078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Test Execution Results &amp; Output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6257925"/>
            <a:ext cx="681949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Duplicate Registration Protection: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POST duplicate email correctly rejected with Status 400 Bad Request.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171" y="6257925"/>
            <a:ext cx="463182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Error Handling: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Invalid ObjectIds trigger CastError handler returning status 400.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057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Aptos"/>
              </a:rPr>
              <a:t>13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057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Integration Tests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4795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6A34A"/>
                </a:solidFill>
                <a:latin typeface="Aptos"/>
              </a:rPr>
              <a:t>201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4795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Registration &amp; FAQ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7532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7C3AED"/>
                </a:solidFill>
                <a:latin typeface="Aptos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7532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Bearer JWT Route Shielding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270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97706"/>
                </a:solidFill>
                <a:latin typeface="Aptos"/>
              </a:rPr>
              <a:t>&lt; 500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0270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Average Endpoint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8778" y="35584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8778" y="3834705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8778" y="411093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8778" y="4387155"/>
            <a:ext cx="3302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Aptos"/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8778" y="46633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9438" y="500955"/>
            <a:ext cx="1465361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800725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27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20261" y="6005512"/>
            <a:ext cx="1583531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99042" y="6005512"/>
            <a:ext cx="1297632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27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73385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37338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3738" y="539055"/>
            <a:ext cx="13320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Viva Evaluation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1000"/>
            <a:ext cx="53319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PROJECT SUMMARY &amp;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450"/>
            <a:ext cx="559855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962650"/>
            <a:ext cx="3955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ptos"/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6181725"/>
            <a:ext cx="376683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Aptos"/>
              </a:rPr>
              <a:t>Questions, Feedback &amp; Technical Inquiries are Welcome.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3611" y="6062662"/>
            <a:ext cx="14120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369A1"/>
                </a:solidFill>
                <a:latin typeface="Aptos"/>
              </a:rPr>
              <a:t>BC</a:t>
            </a:r>
            <a:r>
              <a:rPr lang="en-IN" sz="900" b="1" i="0" u="none" dirty="0">
                <a:solidFill>
                  <a:srgbClr val="0369A1"/>
                </a:solidFill>
                <a:latin typeface="Aptos"/>
              </a:rPr>
              <a:t>A</a:t>
            </a:r>
            <a:r>
              <a:rPr sz="900" b="1" i="0" u="none" dirty="0">
                <a:solidFill>
                  <a:srgbClr val="0369A1"/>
                </a:solidFill>
                <a:latin typeface="Aptos"/>
              </a:rPr>
              <a:t>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392" y="6062662"/>
            <a:ext cx="1126182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700" b="1" dirty="0">
                <a:solidFill>
                  <a:srgbClr val="15803D"/>
                </a:solidFill>
                <a:latin typeface="Aptos"/>
              </a:rPr>
              <a:t>PROJECT </a:t>
            </a:r>
            <a:r>
              <a:rPr sz="700" b="1" i="0" u="none" dirty="0">
                <a:solidFill>
                  <a:srgbClr val="15803D"/>
                </a:solidFill>
                <a:latin typeface="Apto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1373385"/>
            <a:ext cx="26716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Major Project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Full Backend Decoupling: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Developed an enterprise-grade RESTful API connecting Node.js, Express, MongoDB, and Gemini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Generation: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Drastically cuts support authoring overhead by auto-synthesizing accurate FAQ pairs from raw topic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Defense-in-Depth Security: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Verified stateless route protection via JWT tokens, bcrypt salting, and schema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Clean Code Architecture: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Strictly respects MVC layering, centralized error handling, and robust status code dispatching.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7025" y="1373385"/>
            <a:ext cx="29566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Future Enhancements &amp;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Vector Embeddings &amp; RAG: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Upgrade regex matching to dense vector similarity search using MongoDB Atlas Vector Search.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Real-Time WebSocket Support: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Transition from REST polling to bidirectional Socket.IO streaming for instant chat assistance.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Multi-Language Localization: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Harness Gemini multilingual capabilities for auto-translating FAQs into regional languages.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Analytics Dashboard: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Build frontend metrics tracking helpfulness ratios and unaddressed support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1463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swathidesigan</dc:creator>
  <cp:keywords/>
  <dc:description>generated using python-pptx</dc:description>
  <cp:lastModifiedBy>Swathi desigan</cp:lastModifiedBy>
  <cp:revision>9</cp:revision>
  <dcterms:created xsi:type="dcterms:W3CDTF">2013-01-27T09:14:16Z</dcterms:created>
  <dcterms:modified xsi:type="dcterms:W3CDTF">2026-09-30T04:54:28Z</dcterms:modified>
  <cp:category/>
</cp:coreProperties>
</file>